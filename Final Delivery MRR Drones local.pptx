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4" r:id="rId8"/>
    <p:sldId id="261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7FF7E-FE9D-414A-85C7-8DF4E0272409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5E904-22B6-4C39-8940-CC46F4B5A11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599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5E904-22B6-4C39-8940-CC46F4B5A117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4284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E827-D1FD-213E-4BFF-5357D94B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1BF80-19F9-FED4-990F-FBC1DA665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E40D1-6F96-B686-F6DE-138EFEC65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F6933-D6B6-0B85-E1DF-5807552C3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5E904-22B6-4C39-8940-CC46F4B5A117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36463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3DD3-56F4-5E2A-1748-9C4B6D21D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56C8B-ABCF-858D-0EE2-9A7DF531B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62784-4333-3C2F-20F0-CAECCA29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0974-10E8-BAA2-D232-9CD77723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139BA-8455-42E0-E224-7AC78509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375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BA69-3A91-123E-DD3F-A1327067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C2C0-16F7-E843-D84D-01CD6CB9F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92C9E-D6E4-E0B4-7BE7-EAC6C3D6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304E6-F2BF-9E87-A418-F8AE61F8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0F10A-50A6-52F8-8A83-93D20D8E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6076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AE31-E4AA-C8B0-48EE-C0E52F27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168CD-5CB5-6D64-FFA0-3EFCE3287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4E7AE-CBEC-9823-788D-2E3CB478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9AFA1-CF4B-926F-3AE4-49F4759F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2D74-AC61-4BED-DAC4-75748BE9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751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C0C4-7F20-FC64-DAD8-F6F5B1F7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6196-40FE-F2EF-EE6C-63D16A069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7912C-518B-7680-DBE4-E85401188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FA34A-D7C0-6677-469E-C7459719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FF17F-81DD-A61D-9B4C-CEB465CC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2B392-06D8-4D39-5795-3D097565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660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84C4C-66C3-6B7D-87EA-ACA399B5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B11B2-7E5B-C8B4-7B35-47AB52F7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8133E-9781-F92C-98F9-F7A2CD89E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013D7-0449-5F7F-FE0D-42F913BB3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D7395-E587-EA4C-0720-84D0426C5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99121-762E-48B2-CEA8-21B5B955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352ED-26FA-5B73-BC52-7339F7F8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18E16-899F-4D24-C917-4AA218B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401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3AA6-2D89-1A49-6AB4-E64CCB0A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C0201-3DE5-2E46-448F-A74D38FBC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A67B9-9437-C5F8-70D6-BDE12532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4EEF2-2ED0-7D5C-2828-6A06C232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4582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E9E745-0C63-13E0-0370-6CB32BBA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CC63B-B967-8267-B3A5-F3D7B4D9A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4AA35-EB54-795F-B349-6E621929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989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6BA0-0662-FE46-162A-FC9FB1BD7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0901F-7224-B148-EF2C-4198A6D3C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BED79-865D-7FD3-77C1-44B186EAE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E4BE-D03B-C061-511D-081D6981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217D9-659A-E71E-1F03-13E8A02D7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A7D31-6E9F-3DE3-BBA0-387C43E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7797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EEC3-11D8-2952-C88D-6987FED5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28EFE-235B-F71F-3619-7959A588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0C3BC-FAE7-B784-DC9B-8A31369DD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D1AE1-ED7A-C54F-B98C-4D1A8F1A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A645B-D9BA-DC7B-5256-E6A6549E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73E41-BFBF-869B-F762-3F088E43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501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C038-62D0-15EF-4FAB-5ACC9AA2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9B41E-8405-46C8-321F-0D266371B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72A9E-9268-8F1E-3B49-ACB83B2AF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8BE41-27BC-1742-D206-27A12B94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664C5-2994-5268-8BDA-D6887D37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677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F0AE16-B3E0-0C24-217B-4E071C0E4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C70CD-3C83-D355-AFA6-BA4A7F9E8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49F10-C9F1-F7D3-ACF5-C73FBAB1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914D-F4BC-3C97-E489-07C6D122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E88B7-1DBF-6570-EF61-54EA3230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3870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3FB8E-92D5-9C43-261A-10E2B10C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E08EC-FE28-6A9E-BCAF-23F7D135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5BAAA-905D-44E5-F293-5EFFBFE49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590BD-9D77-4430-B982-89EEC8E616D3}" type="datetimeFigureOut">
              <a:rPr lang="en-NL" smtClean="0"/>
              <a:t>08/06/2026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027BF-ABA6-F698-7F3B-5D04A0C65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8203B-830B-C467-C8EB-097A0583B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DF551-D1A9-4F8A-B251-1DFA7B9CE0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098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C70C-D4F0-4603-6DCA-87D33D913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GCP detection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74603-978C-3453-2F3C-DCE6A68801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By: Sean </a:t>
            </a:r>
            <a:r>
              <a:rPr lang="en-GB" dirty="0" err="1"/>
              <a:t>Winklaar</a:t>
            </a:r>
            <a:r>
              <a:rPr lang="en-GB" dirty="0"/>
              <a:t> and Stijn de Graauw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12728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E0CB-736B-3567-D238-48424E225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B44F1-34B8-01FB-EDC9-B078C19D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</a:t>
            </a:r>
          </a:p>
          <a:p>
            <a:r>
              <a:rPr lang="en-GB" dirty="0"/>
              <a:t>Data</a:t>
            </a:r>
          </a:p>
          <a:p>
            <a:r>
              <a:rPr lang="en-GB" dirty="0"/>
              <a:t>Filter</a:t>
            </a:r>
          </a:p>
          <a:p>
            <a:r>
              <a:rPr lang="en-GB" dirty="0"/>
              <a:t>YOLO</a:t>
            </a:r>
          </a:p>
          <a:p>
            <a:r>
              <a:rPr lang="en-GB" dirty="0"/>
              <a:t>Identification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279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7CA96-E7B3-CF5A-8A24-AE00CFE3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54B69-A6E4-7E57-D753-BE061B997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77970"/>
            <a:ext cx="10515600" cy="84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7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F64B-8F86-CC41-1921-72E68E1E2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44B8-6C5D-3AE0-21D9-3197BDBC7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049"/>
            <a:ext cx="10515600" cy="4351338"/>
          </a:xfrm>
        </p:spPr>
        <p:txBody>
          <a:bodyPr/>
          <a:lstStyle/>
          <a:p>
            <a:r>
              <a:rPr lang="en-GB"/>
              <a:t>Smart tiling</a:t>
            </a:r>
          </a:p>
          <a:p>
            <a:r>
              <a:rPr lang="en-GB"/>
              <a:t>Synthetic data generation</a:t>
            </a:r>
          </a:p>
          <a:p>
            <a:r>
              <a:rPr lang="en-GB"/>
              <a:t>Annotation</a:t>
            </a:r>
          </a:p>
          <a:p>
            <a:endParaRPr lang="en-GB"/>
          </a:p>
          <a:p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73212C-CFEF-DCB9-4C8E-59504DE66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262" y="67397"/>
            <a:ext cx="4497271" cy="448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713E02-62C9-C5BB-8384-EF00AFD48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2" y="2716204"/>
            <a:ext cx="4061862" cy="406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3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273A-67AB-244B-BBDC-1220A25B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DA2F2-3D8E-2FC9-4D28-C02FA0C48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627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5880-6129-22B2-70CA-5567DF32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YOLO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FDD2E-D8DC-EB15-1791-8A40ED306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614"/>
            <a:ext cx="10515600" cy="1110081"/>
          </a:xfrm>
        </p:spPr>
        <p:txBody>
          <a:bodyPr/>
          <a:lstStyle/>
          <a:p>
            <a:r>
              <a:rPr lang="en-GB" dirty="0"/>
              <a:t>yolov8n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57030D-803F-EE80-118B-E36965439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56" y="2719938"/>
            <a:ext cx="4138062" cy="4138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6454E1-68BA-FEA0-E04C-BC73B1B6A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865" y="2719938"/>
            <a:ext cx="4138062" cy="413806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E955F1-5C0E-D8E9-E12C-6A17E449B515}"/>
              </a:ext>
            </a:extLst>
          </p:cNvPr>
          <p:cNvSpPr txBox="1">
            <a:spLocks/>
          </p:cNvSpPr>
          <p:nvPr/>
        </p:nvSpPr>
        <p:spPr>
          <a:xfrm>
            <a:off x="2598018" y="2396164"/>
            <a:ext cx="1194335" cy="3090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Non tiled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E2A05B9-890F-5910-2159-1594A2189C9E}"/>
              </a:ext>
            </a:extLst>
          </p:cNvPr>
          <p:cNvSpPr txBox="1">
            <a:spLocks/>
          </p:cNvSpPr>
          <p:nvPr/>
        </p:nvSpPr>
        <p:spPr>
          <a:xfrm>
            <a:off x="8602580" y="2386012"/>
            <a:ext cx="1194335" cy="3090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Tiled</a:t>
            </a:r>
          </a:p>
        </p:txBody>
      </p:sp>
    </p:spTree>
    <p:extLst>
      <p:ext uri="{BB962C8B-B14F-4D97-AF65-F5344CB8AC3E}">
        <p14:creationId xmlns:p14="http://schemas.microsoft.com/office/powerpoint/2010/main" val="407326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DFC6C-CBE3-D2BA-0E04-AFB6E219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9BFA-C899-93F5-2862-E92528C2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YOLO</a:t>
            </a:r>
            <a:endParaRPr lang="en-NL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CA0139-8B15-BE01-F89D-84C973FA79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9187"/>
            <a:ext cx="44339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NL" altLang="en-N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Performers: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YOLOv8n, YOLO26m.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False Positives: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YOLO11x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Performer: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YOLOv5x</a:t>
            </a:r>
          </a:p>
        </p:txBody>
      </p:sp>
    </p:spTree>
    <p:extLst>
      <p:ext uri="{BB962C8B-B14F-4D97-AF65-F5344CB8AC3E}">
        <p14:creationId xmlns:p14="http://schemas.microsoft.com/office/powerpoint/2010/main" val="69938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CE2D2-B0C2-E024-1CF7-B890F9C4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Identification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4E4B2-2844-A453-D57B-C5B8D0879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6524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51</Words>
  <Application>Microsoft Office PowerPoint</Application>
  <PresentationFormat>Widescreen</PresentationFormat>
  <Paragraphs>25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GCP detection</vt:lpstr>
      <vt:lpstr>Contents</vt:lpstr>
      <vt:lpstr>design</vt:lpstr>
      <vt:lpstr>Data</vt:lpstr>
      <vt:lpstr>Filter </vt:lpstr>
      <vt:lpstr>YOLO</vt:lpstr>
      <vt:lpstr>YOLO</vt:lpstr>
      <vt:lpstr>Identification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Graauw,Stijn S.C.A. de</dc:creator>
  <cp:lastModifiedBy>Winklaar,Sean S.C.A.</cp:lastModifiedBy>
  <cp:revision>2</cp:revision>
  <dcterms:created xsi:type="dcterms:W3CDTF">2026-06-08T11:35:43Z</dcterms:created>
  <dcterms:modified xsi:type="dcterms:W3CDTF">2026-06-08T12:17:39Z</dcterms:modified>
</cp:coreProperties>
</file>